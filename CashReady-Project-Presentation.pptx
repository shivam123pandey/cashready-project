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58D89-6275-4938-BCF3-307148071E3E}" v="4" dt="2026-09-17T10:14:42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0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 Suyal" userId="88d33b09-e40c-4316-b910-467be96e83b8" providerId="ADAL" clId="{5FA715B9-CDA9-4B4E-89E1-782D79603777}"/>
    <pc:docChg chg="undo custSel modSld addMainMaster delMainMaster modMainMaster modNotesMaster">
      <pc:chgData name="Rishabh  Suyal" userId="88d33b09-e40c-4316-b910-467be96e83b8" providerId="ADAL" clId="{5FA715B9-CDA9-4B4E-89E1-782D79603777}" dt="2026-09-17T10:16:47.531" v="140" actId="114"/>
      <pc:docMkLst>
        <pc:docMk/>
      </pc:docMkLst>
      <pc:sldChg chg="addSp delSp modSp mod modClrScheme chgLayout">
        <pc:chgData name="Rishabh  Suyal" userId="88d33b09-e40c-4316-b910-467be96e83b8" providerId="ADAL" clId="{5FA715B9-CDA9-4B4E-89E1-782D79603777}" dt="2026-09-17T10:16:47.531" v="140" actId="114"/>
        <pc:sldMkLst>
          <pc:docMk/>
          <pc:sldMk cId="0" sldId="256"/>
        </pc:sldMkLst>
        <pc:spChg chg="mod">
          <ac:chgData name="Rishabh  Suyal" userId="88d33b09-e40c-4316-b910-467be96e83b8" providerId="ADAL" clId="{5FA715B9-CDA9-4B4E-89E1-782D79603777}" dt="2026-09-17T10:14:55.200" v="11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10:16:47.531" v="140" actId="114"/>
          <ac:spMkLst>
            <pc:docMk/>
            <pc:sldMk cId="0" sldId="256"/>
            <ac:spMk id="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43" v="37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43" v="38" actId="276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6"/>
            <ac:spMk id="16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56"/>
            <ac:spMk id="25" creationId="{00000000-0000-0000-0000-000000000000}"/>
          </ac:spMkLst>
        </pc:spChg>
        <pc:spChg chg="add del mod">
          <ac:chgData name="Rishabh  Suyal" userId="88d33b09-e40c-4316-b910-467be96e83b8" providerId="ADAL" clId="{5FA715B9-CDA9-4B4E-89E1-782D79603777}" dt="2026-09-17T10:10:50.609" v="101" actId="20577"/>
          <ac:spMkLst>
            <pc:docMk/>
            <pc:sldMk cId="0" sldId="256"/>
            <ac:spMk id="26" creationId="{00000000-0000-0000-0000-000000000000}"/>
          </ac:spMkLst>
        </pc:spChg>
        <pc:spChg chg="add del mod">
          <ac:chgData name="Rishabh  Suyal" userId="88d33b09-e40c-4316-b910-467be96e83b8" providerId="ADAL" clId="{5FA715B9-CDA9-4B4E-89E1-782D79603777}" dt="2026-09-17T10:10:46.801" v="100" actId="20577"/>
          <ac:spMkLst>
            <pc:docMk/>
            <pc:sldMk cId="0" sldId="256"/>
            <ac:spMk id="27" creationId="{00000000-0000-0000-0000-000000000000}"/>
          </ac:spMkLst>
        </pc:spChg>
        <pc:picChg chg="mod">
          <ac:chgData name="Rishabh  Suyal" userId="88d33b09-e40c-4316-b910-467be96e83b8" providerId="ADAL" clId="{5FA715B9-CDA9-4B4E-89E1-782D79603777}" dt="2026-09-17T09:36:35.261" v="5" actId="26606"/>
          <ac:picMkLst>
            <pc:docMk/>
            <pc:sldMk cId="0" sldId="256"/>
            <ac:picMk id="10" creationId="{00000000-0000-0000-0000-000000000000}"/>
          </ac:picMkLst>
        </pc:picChg>
      </pc:sldChg>
      <pc:sldChg chg="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57"/>
        </pc:sldMkLst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9:47.509" v="75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63" v="44" actId="276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57" v="41" actId="276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59" v="42" actId="276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43" v="39" actId="276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57" v="40" actId="276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61" v="43" actId="27636"/>
          <ac:spMkLst>
            <pc:docMk/>
            <pc:sldMk cId="0" sldId="257"/>
            <ac:spMk id="27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57"/>
            <ac:spMk id="30" creationId="{00000000-0000-0000-0000-000000000000}"/>
          </ac:spMkLst>
        </pc:spChg>
      </pc:sldChg>
      <pc:sldChg chg="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58"/>
        </pc:sldMkLst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74" v="52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74" v="51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72" v="49" actId="276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67" v="45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72" v="50" actId="276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70" v="47" actId="2763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70" v="48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69" v="46" actId="276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8"/>
            <ac:spMk id="30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58"/>
            <ac:spMk id="31" creationId="{00000000-0000-0000-0000-000000000000}"/>
          </ac:spMkLst>
        </pc:spChg>
      </pc:sldChg>
      <pc:sldChg chg="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59"/>
        </pc:sldMkLst>
        <pc:spChg chg="mod">
          <ac:chgData name="Rishabh  Suyal" userId="88d33b09-e40c-4316-b910-467be96e83b8" providerId="ADAL" clId="{5FA715B9-CDA9-4B4E-89E1-782D79603777}" dt="2026-09-17T09:36:35.385" v="59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4" v="58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0" v="53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3" v="57" actId="2763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6" v="60" actId="276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0" v="55" actId="276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0" v="54" actId="2763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83" v="56" actId="276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59"/>
            <ac:spMk id="34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59"/>
            <ac:spMk id="35" creationId="{00000000-0000-0000-0000-000000000000}"/>
          </ac:spMkLst>
        </pc:spChg>
      </pc:sldChg>
      <pc:sldChg chg="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60"/>
        </pc:sldMkLst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92" v="61" actId="2763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96" v="63" actId="2763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93" v="62" actId="27636"/>
          <ac:spMkLst>
            <pc:docMk/>
            <pc:sldMk cId="0" sldId="260"/>
            <ac:spMk id="34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60"/>
            <ac:spMk id="35" creationId="{00000000-0000-0000-0000-000000000000}"/>
          </ac:spMkLst>
        </pc:spChg>
      </pc:sldChg>
      <pc:sldChg chg="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61"/>
        </pc:sldMkLst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6" v="70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6" v="72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3" v="67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6" v="73" actId="276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6" v="71" actId="2763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2" v="65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3" v="68" actId="276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1" v="64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3" v="66" actId="276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403" v="69" actId="2763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1"/>
            <ac:spMk id="43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61"/>
            <ac:spMk id="47" creationId="{00000000-0000-0000-0000-000000000000}"/>
          </ac:spMkLst>
        </pc:spChg>
      </pc:sldChg>
      <pc:sldChg chg="addSp delSp 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62"/>
        </pc:sldMkLst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0" v="17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10:07:22.424" v="97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10:07:20.593" v="94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6" v="13" actId="276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2" v="9" actId="2763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8" v="15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4" v="12" actId="276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2" v="10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0" v="7" actId="2763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4" v="11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3" v="23" actId="2763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0" v="21" actId="2763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0" v="19" actId="2763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5" v="26" actId="2763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7" v="27" actId="2763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7" v="28" actId="2763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5" v="25" actId="2763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0" v="18" actId="2763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5" v="24" actId="27636"/>
          <ac:spMkLst>
            <pc:docMk/>
            <pc:sldMk cId="0" sldId="262"/>
            <ac:spMk id="5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3" v="22" actId="27636"/>
          <ac:spMkLst>
            <pc:docMk/>
            <pc:sldMk cId="0" sldId="262"/>
            <ac:spMk id="5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0" v="20" actId="27636"/>
          <ac:spMkLst>
            <pc:docMk/>
            <pc:sldMk cId="0" sldId="262"/>
            <ac:spMk id="57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97" v="29" actId="27636"/>
          <ac:spMkLst>
            <pc:docMk/>
            <pc:sldMk cId="0" sldId="262"/>
            <ac:spMk id="60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0" v="8" actId="27636"/>
          <ac:spMkLst>
            <pc:docMk/>
            <pc:sldMk cId="0" sldId="262"/>
            <ac:spMk id="6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0" v="6" actId="27636"/>
          <ac:spMkLst>
            <pc:docMk/>
            <pc:sldMk cId="0" sldId="262"/>
            <ac:spMk id="6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8" v="16" actId="27636"/>
          <ac:spMkLst>
            <pc:docMk/>
            <pc:sldMk cId="0" sldId="262"/>
            <ac:spMk id="6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86" v="14" actId="27636"/>
          <ac:spMkLst>
            <pc:docMk/>
            <pc:sldMk cId="0" sldId="262"/>
            <ac:spMk id="70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62"/>
            <ac:spMk id="73" creationId="{00000000-0000-0000-0000-000000000000}"/>
          </ac:spMkLst>
        </pc:spChg>
        <pc:spChg chg="add del">
          <ac:chgData name="Rishabh  Suyal" userId="88d33b09-e40c-4316-b910-467be96e83b8" providerId="ADAL" clId="{5FA715B9-CDA9-4B4E-89E1-782D79603777}" dt="2026-09-17T10:07:20.303" v="93" actId="11529"/>
          <ac:spMkLst>
            <pc:docMk/>
            <pc:sldMk cId="0" sldId="262"/>
            <ac:spMk id="74" creationId="{3D0A982C-A493-F906-1DFE-10379CD8708E}"/>
          </ac:spMkLst>
        </pc:spChg>
      </pc:sldChg>
      <pc:sldChg chg="modSp mod modClrScheme chgLayout">
        <pc:chgData name="Rishabh  Suyal" userId="88d33b09-e40c-4316-b910-467be96e83b8" providerId="ADAL" clId="{5FA715B9-CDA9-4B4E-89E1-782D79603777}" dt="2026-09-17T10:10:18.787" v="99" actId="26606"/>
        <pc:sldMkLst>
          <pc:docMk/>
          <pc:sldMk cId="0" sldId="263"/>
        </pc:sldMkLst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39" v="34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37" v="32" actId="276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39" v="33" actId="276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37" v="31" actId="276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41" v="35" actId="276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41" v="36" actId="276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335" v="30" actId="276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34" creationId="{00000000-0000-0000-0000-000000000000}"/>
          </ac:spMkLst>
        </pc:spChg>
        <pc:spChg chg="mod">
          <ac:chgData name="Rishabh  Suyal" userId="88d33b09-e40c-4316-b910-467be96e83b8" providerId="ADAL" clId="{5FA715B9-CDA9-4B4E-89E1-782D79603777}" dt="2026-09-17T09:36:35.261" v="5" actId="26606"/>
          <ac:spMkLst>
            <pc:docMk/>
            <pc:sldMk cId="0" sldId="263"/>
            <ac:spMk id="36" creationId="{00000000-0000-0000-0000-000000000000}"/>
          </ac:spMkLst>
        </pc:spChg>
        <pc:spChg chg="add mod">
          <ac:chgData name="Rishabh  Suyal" userId="88d33b09-e40c-4316-b910-467be96e83b8" providerId="ADAL" clId="{5FA715B9-CDA9-4B4E-89E1-782D79603777}" dt="2026-09-17T10:10:18.787" v="99" actId="26606"/>
          <ac:spMkLst>
            <pc:docMk/>
            <pc:sldMk cId="0" sldId="263"/>
            <ac:spMk id="37" creationId="{00000000-0000-0000-0000-000000000000}"/>
          </ac:spMkLst>
        </pc:spChg>
      </pc:sldChg>
      <pc:sldMasterChg chg="add addSldLayout delSldLayout modSldLayout sldLayoutOrd">
        <pc:chgData name="Rishabh  Suyal" userId="88d33b09-e40c-4316-b910-467be96e83b8" providerId="ADAL" clId="{5FA715B9-CDA9-4B4E-89E1-782D79603777}" dt="2026-09-17T10:10:18.787" v="99" actId="26606"/>
        <pc:sldMasterMkLst>
          <pc:docMk/>
          <pc:sldMasterMk cId="0" sldId="2147483648"/>
        </pc:sldMasterMkLst>
        <pc:sldLayoutChg chg="mod ord">
          <pc:chgData name="Rishabh  Suyal" userId="88d33b09-e40c-4316-b910-467be96e83b8" providerId="ADAL" clId="{5FA715B9-CDA9-4B4E-89E1-782D79603777}" dt="2026-09-17T10:10:18.787" v="99" actId="26606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Rishabh  Suyal" userId="88d33b09-e40c-4316-b910-467be96e83b8" providerId="ADAL" clId="{5FA715B9-CDA9-4B4E-89E1-782D79603777}" dt="2026-09-17T10:10:18.787" v="99" actId="26606"/>
          <pc:sldLayoutMkLst>
            <pc:docMk/>
            <pc:sldMasterMk cId="0" sldId="2147483648"/>
            <pc:sldLayoutMk cId="0" sldId="2147483650"/>
          </pc:sldLayoutMkLst>
        </pc:sldLayoutChg>
        <pc:sldLayoutChg chg="modSp del mod ord">
          <pc:chgData name="Rishabh  Suyal" userId="88d33b09-e40c-4316-b910-467be96e83b8" providerId="ADAL" clId="{5FA715B9-CDA9-4B4E-89E1-782D79603777}" dt="2026-09-17T10:10:18.787" v="99" actId="26606"/>
          <pc:sldLayoutMkLst>
            <pc:docMk/>
            <pc:sldMasterMk cId="0" sldId="2147483648"/>
            <pc:sldLayoutMk cId="0" sldId="2147483652"/>
          </pc:sldLayoutMkLst>
          <pc:spChg chg="mod">
            <ac:chgData name="Rishabh  Suyal" userId="88d33b09-e40c-4316-b910-467be96e83b8" providerId="ADAL" clId="{5FA715B9-CDA9-4B4E-89E1-782D79603777}" dt="2026-09-17T10:10:18.787" v="99" actId="26606"/>
            <ac:spMkLst>
              <pc:docMk/>
              <pc:sldMasterMk cId="0" sldId="2147483648"/>
              <pc:sldLayoutMk cId="0" sldId="2147483652"/>
              <ac:spMk id="25" creationId="{00000000-0000-0000-0000-000000000000}"/>
            </ac:spMkLst>
          </pc:spChg>
        </pc:sldLayoutChg>
      </pc:sldMasterChg>
      <pc:sldMasterChg chg="add del addSldLayout delSldLayout modSldLayout sldLayoutOrd">
        <pc:chgData name="Rishabh  Suyal" userId="88d33b09-e40c-4316-b910-467be96e83b8" providerId="ADAL" clId="{5FA715B9-CDA9-4B4E-89E1-782D79603777}" dt="2026-09-17T10:07:21.955" v="96" actId="26606"/>
        <pc:sldMasterMkLst>
          <pc:docMk/>
          <pc:sldMasterMk cId="0" sldId="2147483648"/>
        </pc:sldMasterMkLst>
        <pc:sldLayoutChg chg="mod ord">
          <pc:chgData name="Rishabh  Suyal" userId="88d33b09-e40c-4316-b910-467be96e83b8" providerId="ADAL" clId="{5FA715B9-CDA9-4B4E-89E1-782D79603777}" dt="2026-09-17T10:06:28.845" v="89" actId="26606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Rishabh  Suyal" userId="88d33b09-e40c-4316-b910-467be96e83b8" providerId="ADAL" clId="{5FA715B9-CDA9-4B4E-89E1-782D79603777}" dt="2026-09-17T10:07:21.955" v="96" actId="26606"/>
          <pc:sldLayoutMkLst>
            <pc:docMk/>
            <pc:sldMasterMk cId="0" sldId="2147483648"/>
            <pc:sldLayoutMk cId="0" sldId="2147483650"/>
          </pc:sldLayoutMkLst>
        </pc:sldLayoutChg>
        <pc:sldLayoutChg chg="modSp del mod ord">
          <pc:chgData name="Rishabh  Suyal" userId="88d33b09-e40c-4316-b910-467be96e83b8" providerId="ADAL" clId="{5FA715B9-CDA9-4B4E-89E1-782D79603777}" dt="2026-09-17T10:06:28.845" v="89" actId="26606"/>
          <pc:sldLayoutMkLst>
            <pc:docMk/>
            <pc:sldMasterMk cId="0" sldId="2147483648"/>
            <pc:sldLayoutMk cId="0" sldId="2147483652"/>
          </pc:sldLayoutMkLst>
          <pc:spChg chg="mod">
            <ac:chgData name="Rishabh  Suyal" userId="88d33b09-e40c-4316-b910-467be96e83b8" providerId="ADAL" clId="{5FA715B9-CDA9-4B4E-89E1-782D79603777}" dt="2026-09-17T10:06:28.845" v="89" actId="26606"/>
            <ac:spMkLst>
              <pc:docMk/>
              <pc:sldMasterMk cId="0" sldId="2147483648"/>
              <pc:sldLayoutMk cId="0" sldId="2147483652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Rishabh  Suyal" userId="88d33b09-e40c-4316-b910-467be96e83b8" providerId="ADAL" clId="{5FA715B9-CDA9-4B4E-89E1-782D79603777}" dt="2026-09-17T10:10:18.787" v="99" actId="26606"/>
        <pc:sldMasterMkLst>
          <pc:docMk/>
          <pc:sldMasterMk cId="0" sldId="2147483651"/>
        </pc:sldMasterMkLst>
        <pc:sldLayoutChg chg="mod ord">
          <pc:chgData name="Rishabh  Suyal" userId="88d33b09-e40c-4316-b910-467be96e83b8" providerId="ADAL" clId="{5FA715B9-CDA9-4B4E-89E1-782D79603777}" dt="2026-09-17T10:07:21.955" v="96" actId="26606"/>
          <pc:sldLayoutMkLst>
            <pc:docMk/>
            <pc:sldMasterMk cId="0" sldId="2147483648"/>
            <pc:sldLayoutMk cId="0" sldId="2147483649"/>
          </pc:sldLayoutMkLst>
        </pc:sldLayoutChg>
        <pc:sldLayoutChg chg="modSp add mod ord replId">
          <pc:chgData name="Rishabh  Suyal" userId="88d33b09-e40c-4316-b910-467be96e83b8" providerId="ADAL" clId="{5FA715B9-CDA9-4B4E-89E1-782D79603777}" dt="2026-09-17T10:10:18.740" v="98" actId="26606"/>
          <pc:sldLayoutMkLst>
            <pc:docMk/>
            <pc:sldMasterMk cId="0" sldId="2147483648"/>
            <pc:sldLayoutMk cId="0" sldId="2147483652"/>
          </pc:sldLayoutMkLst>
          <pc:spChg chg="mod">
            <ac:chgData name="Rishabh  Suyal" userId="88d33b09-e40c-4316-b910-467be96e83b8" providerId="ADAL" clId="{5FA715B9-CDA9-4B4E-89E1-782D79603777}" dt="2026-09-17T10:07:21.955" v="96" actId="26606"/>
            <ac:spMkLst>
              <pc:docMk/>
              <pc:sldMasterMk cId="0" sldId="2147483648"/>
              <pc:sldLayoutMk cId="0" sldId="2147483652"/>
              <ac:spMk id="25" creationId="{00000000-0000-0000-0000-000000000000}"/>
            </ac:spMkLst>
          </pc:spChg>
        </pc:sldLayoutChg>
        <pc:sldLayoutChg chg="modSp del mod ord">
          <pc:chgData name="Rishabh  Suyal" userId="88d33b09-e40c-4316-b910-467be96e83b8" providerId="ADAL" clId="{5FA715B9-CDA9-4B4E-89E1-782D79603777}" dt="2026-09-17T09:36:35.261" v="5" actId="26606"/>
          <pc:sldLayoutMkLst>
            <pc:docMk/>
            <pc:sldMasterMk cId="0" sldId="2147483651"/>
            <pc:sldLayoutMk cId="0" sldId="2147483652"/>
          </pc:sldLayoutMkLst>
          <pc:spChg chg="mod">
            <ac:chgData name="Rishabh  Suyal" userId="88d33b09-e40c-4316-b910-467be96e83b8" providerId="ADAL" clId="{5FA715B9-CDA9-4B4E-89E1-782D79603777}" dt="2026-09-17T09:36:35.261" v="5" actId="26606"/>
            <ac:spMkLst>
              <pc:docMk/>
              <pc:sldMasterMk cId="0" sldId="2147483651"/>
              <pc:sldLayoutMk cId="0" sldId="2147483652"/>
              <ac:spMk id="25" creationId="{00000000-0000-0000-0000-000000000000}"/>
            </ac:spMkLst>
          </pc:spChg>
        </pc:sldLayoutChg>
      </pc:sldMasterChg>
      <pc:sldMasterChg chg="del replId modSldLayout sldLayoutOrd">
        <pc:chgData name="Rishabh  Suyal" userId="88d33b09-e40c-4316-b910-467be96e83b8" providerId="ADAL" clId="{5FA715B9-CDA9-4B4E-89E1-782D79603777}" dt="2026-09-17T09:36:35.261" v="5" actId="26606"/>
        <pc:sldMasterMkLst>
          <pc:docMk/>
          <pc:sldMasterMk cId="0" sldId="2147483651"/>
        </pc:sldMasterMkLst>
        <pc:sldLayoutChg chg="replId">
          <pc:chgData name="Rishabh  Suyal" userId="88d33b09-e40c-4316-b910-467be96e83b8" providerId="ADAL" clId="{5FA715B9-CDA9-4B4E-89E1-782D79603777}" dt="2026-09-17T09:36:35.136" v="4" actId="26606"/>
          <pc:sldLayoutMkLst>
            <pc:docMk/>
            <pc:sldMasterMk cId="0" sldId="2147483651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48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33F"/>
          </a:solidFill>
          <a:ln w="12700">
            <a:solidFill>
              <a:srgbClr val="0B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661111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20">
                <a:solidFill>
                  <a:srgbClr val="D9E4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CASHREADY  /  SMART CASH, STRONGER BANKING</a:t>
            </a:r>
            <a:endParaRPr lang="en-US" sz="650"/>
          </a:p>
        </p:txBody>
      </p:sp>
      <p:sp>
        <p:nvSpPr>
          <p:cNvPr id="4" name="Text 2"/>
          <p:cNvSpPr/>
          <p:nvPr/>
        </p:nvSpPr>
        <p:spPr>
          <a:xfrm>
            <a:off x="11064240" y="661111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D9E4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6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65392"/>
          </a:xfrm>
          <a:prstGeom prst="rect">
            <a:avLst/>
          </a:prstGeom>
          <a:solidFill>
            <a:srgbClr val="0B233F"/>
          </a:solidFill>
          <a:ln w="12700">
            <a:solidFill>
              <a:srgbClr val="0B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720000">
            <a:off x="7589520" y="-1097280"/>
            <a:ext cx="5760720" cy="5760720"/>
          </a:xfrm>
          <a:prstGeom prst="arc">
            <a:avLst/>
          </a:prstGeom>
          <a:noFill/>
          <a:ln w="25400">
            <a:solidFill>
              <a:srgbClr val="1A4E7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080000">
            <a:off x="8412480" y="3383280"/>
            <a:ext cx="4572000" cy="4572000"/>
          </a:xfrm>
          <a:prstGeom prst="arc">
            <a:avLst/>
          </a:prstGeom>
          <a:noFill/>
          <a:ln w="19050">
            <a:solidFill>
              <a:srgbClr val="0F8B8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" y="65836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73A5D"/>
          </a:solidFill>
          <a:ln w="12700">
            <a:solidFill>
              <a:srgbClr val="173A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6675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kern="0" spc="80" dirty="0">
                <a:solidFill>
                  <a:srgbClr val="82D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CashReady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2039112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3000" b="1" i="1" dirty="0">
                <a:solidFill>
                  <a:srgbClr val="DCEAF7"/>
                </a:solidFill>
                <a:latin typeface="Aptos Display" pitchFamily="34" charset="0"/>
              </a:rPr>
              <a:t>Never Visit an Empty ATM Again</a:t>
            </a:r>
            <a:br>
              <a:rPr lang="en-IN" sz="3200" dirty="0"/>
            </a:br>
            <a:r>
              <a:rPr lang="en-IN" sz="3000" b="1" dirty="0">
                <a:solidFill>
                  <a:srgbClr val="DCEAF7"/>
                </a:solidFill>
                <a:latin typeface="Aptos Display" pitchFamily="34" charset="0"/>
              </a:rPr>
              <a:t>                   </a:t>
            </a:r>
            <a:r>
              <a:rPr lang="en-IN" sz="2000" b="1" i="1" dirty="0">
                <a:solidFill>
                  <a:srgbClr val="DCEAF7"/>
                </a:solidFill>
                <a:latin typeface="Aptos Display" pitchFamily="34" charset="0"/>
              </a:rPr>
              <a:t>-Find Cash Before You Chase Cash</a:t>
            </a:r>
            <a:endParaRPr lang="en-US" sz="2000" b="1" i="1" dirty="0">
              <a:solidFill>
                <a:srgbClr val="DCEAF7"/>
              </a:solidFill>
              <a:latin typeface="Aptos Display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40156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50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demo-ready </a:t>
            </a:r>
            <a:r>
              <a:rPr lang="en-US" sz="1500" dirty="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</a:t>
            </a:r>
            <a:r>
              <a:rPr lang="en-US" sz="150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helps customers choose an ATM with confidence </a:t>
            </a:r>
            <a:r>
              <a:rPr lang="en-US" sz="1500" dirty="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</a:t>
            </a:r>
            <a:r>
              <a:rPr lang="en-US" sz="150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</a:t>
            </a:r>
            <a:r>
              <a:rPr lang="en-US" sz="1500" dirty="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teams </a:t>
            </a:r>
            <a:r>
              <a:rPr lang="en-US" sz="150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the next action</a:t>
            </a:r>
            <a:r>
              <a:rPr lang="en-US" sz="1500" dirty="0">
                <a:solidFill>
                  <a:srgbClr val="AF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pic>
        <p:nvPicPr>
          <p:cNvPr id="10" name="Image 0" descr="C:\Users\RishabhSuyal\OneDrive - CG Infinity\Desktop\CashReady-Project\src\assets\hero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6855404" y="658368"/>
            <a:ext cx="4257152" cy="44805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" y="4919472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14385A"/>
          </a:solidFill>
          <a:ln w="10160">
            <a:solidFill>
              <a:srgbClr val="2B5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4400" y="51114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experience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14400" y="5349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before the trip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29000" y="51114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Banker operations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29000" y="5349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the next action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6062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86A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scope  </a:t>
            </a:r>
            <a:r>
              <a:rPr lang="en-US" sz="850" dirty="0">
                <a:solidFill>
                  <a:srgbClr val="86A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 </a:t>
            </a:r>
            <a:r>
              <a:rPr lang="en-US" sz="850">
                <a:solidFill>
                  <a:srgbClr val="86A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Delhi NCR  </a:t>
            </a:r>
            <a:r>
              <a:rPr lang="en-US" sz="850" dirty="0">
                <a:solidFill>
                  <a:srgbClr val="86A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 </a:t>
            </a:r>
            <a:r>
              <a:rPr lang="en-US" sz="850">
                <a:solidFill>
                  <a:srgbClr val="86A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+ banker workflows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Project Team Label"/>
          <p:cNvSpPr txBox="1"/>
          <p:nvPr/>
        </p:nvSpPr>
        <p:spPr>
          <a:xfrm>
            <a:off x="685800" y="4167098"/>
            <a:ext cx="61264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 sz="1400" b="1" dirty="0">
              <a:solidFill>
                <a:srgbClr val="86D7CE"/>
              </a:solidFill>
              <a:latin typeface="Aptos"/>
            </a:endParaRPr>
          </a:p>
        </p:txBody>
      </p:sp>
      <p:sp>
        <p:nvSpPr>
          <p:cNvPr id="27" name="Team Member Placeholders"/>
          <p:cNvSpPr txBox="1"/>
          <p:nvPr/>
        </p:nvSpPr>
        <p:spPr>
          <a:xfrm>
            <a:off x="685800" y="4407408"/>
            <a:ext cx="6126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rgbClr val="DCEAF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</a:t>
            </a:r>
            <a:r>
              <a:rPr lang="en-US" sz="900" b="1" kern="0" spc="16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HYPOTHESES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risks shape the CashReady pilot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hypotheses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validate—not measured outcomes yet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83280" cy="34290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176272"/>
            <a:ext cx="420624" cy="420624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22128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confidence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Hypothesis: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signal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reduce wasted journeys and failed withdrawal attempts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2697480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D9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HYPOTHESIS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before travel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07408" y="1874520"/>
            <a:ext cx="3383280" cy="34290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81728" y="2176272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81728" y="21945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22128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</a:t>
            </a:r>
            <a:r>
              <a:rPr lang="en-US" sz="17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volatility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81728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Hypothesis: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and 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improve replenishment timing before demand peaks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3977640"/>
            <a:ext cx="2697480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81728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B4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HYPOTHESIS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81728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</a:t>
            </a:r>
            <a:r>
              <a:rPr lang="en-US" sz="12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replenishment </a:t>
            </a:r>
            <a:r>
              <a:rPr lang="en-US" sz="12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1874520"/>
            <a:ext cx="3383280" cy="34290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58200" y="2176272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58200" y="21945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25128" y="22128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prioritization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45820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Hypothesis: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focus teams on 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terminals</a:t>
            </a:r>
            <a:r>
              <a:rPr lang="en-US" sz="13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that need attention first</a:t>
            </a:r>
            <a:r>
              <a:rPr lang="en-US" sz="13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58200" y="3977640"/>
            <a:ext cx="2697480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458200" y="4206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HYPOTHESIS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4480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into </a:t>
            </a:r>
            <a:r>
              <a:rPr lang="en-US" sz="12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queue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test: can one shared signal improve </a:t>
            </a:r>
            <a:r>
              <a:rPr lang="en-US" sz="16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</a:t>
            </a: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and </a:t>
            </a:r>
            <a:r>
              <a:rPr lang="en-US" sz="16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</a:t>
            </a: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response?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</a:t>
            </a: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decision becomes one operator action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CashReady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a withdrawal request to an explainable ATM choice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operating queue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4231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05256" y="2212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5256" y="2651760"/>
            <a:ext cx="1929384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05256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05256" y="34290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enters a withdrawal amount and confirms the daily limit.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20440" y="1965960"/>
            <a:ext cx="2423160" cy="2423160"/>
          </a:xfrm>
          <a:prstGeom prst="roundRect">
            <a:avLst>
              <a:gd name="adj" fmla="val 2264"/>
            </a:avLst>
          </a:prstGeom>
          <a:solidFill>
            <a:srgbClr val="EAF6F3"/>
          </a:solidFill>
          <a:ln w="10160">
            <a:solidFill>
              <a:srgbClr val="BCE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9896" y="2212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39896" y="2651760"/>
            <a:ext cx="1929384" cy="0"/>
          </a:xfrm>
          <a:prstGeom prst="line">
            <a:avLst/>
          </a:prstGeom>
          <a:noFill/>
          <a:ln w="15240">
            <a:solidFill>
              <a:srgbClr val="BCE8D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39896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Qualify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39896" y="34290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ranks eligible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ATMs using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health, and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cash signals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55080" y="1965960"/>
            <a:ext cx="24231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74536" y="2212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74536" y="2651760"/>
            <a:ext cx="1929384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74536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74536" y="34290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sees the best available option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route guidance.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23960" y="2926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89720" y="1965960"/>
            <a:ext cx="24231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409176" y="2212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09176" y="2651760"/>
            <a:ext cx="1929384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409176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09176" y="34290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Bankers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a ranked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replenishment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queue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91947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0B233F"/>
          </a:solidFill>
          <a:ln w="10160">
            <a:solidFill>
              <a:srgbClr val="0B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60120" y="51023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rule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23160" y="50566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</a:t>
            </a: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r>
              <a:rPr lang="en-US" sz="15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only </a:t>
            </a: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provider </a:t>
            </a:r>
            <a:r>
              <a:rPr lang="en-US" sz="15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 valid signal</a:t>
            </a: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</a:t>
            </a:r>
            <a:r>
              <a:rPr lang="en-US" sz="900" b="1" kern="0" spc="16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SCENARIO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₹50,000 request becomes a traceable recommendation.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walkthrough; recommendation data remains synthetic until a provider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4672" y="2057400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20756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2267712"/>
            <a:ext cx="1929384" cy="0"/>
          </a:xfrm>
          <a:prstGeom prst="line">
            <a:avLst/>
          </a:prstGeom>
          <a:noFill/>
          <a:ln w="19050">
            <a:solidFill>
              <a:srgbClr val="0F8B8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enters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584448"/>
            <a:ext cx="2148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50976" y="382219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₹50,000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93592" y="2057400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93592" y="20756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0" y="2267712"/>
            <a:ext cx="1929384" cy="0"/>
          </a:xfrm>
          <a:prstGeom prst="line">
            <a:avLst/>
          </a:prstGeom>
          <a:noFill/>
          <a:ln w="19050">
            <a:solidFill>
              <a:srgbClr val="0F8B8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93592" y="2743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3592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</a:t>
            </a:r>
            <a:r>
              <a:rPr lang="en-US" sz="11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</a:t>
            </a:r>
            <a:r>
              <a:rPr lang="en-US" sz="11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check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93592" y="3584448"/>
            <a:ext cx="2148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39896" y="382219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₹75,000 </a:t>
            </a:r>
            <a:r>
              <a:rPr lang="en-US" sz="130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proceed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82512" y="2057400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82512" y="20756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12280" y="2267712"/>
            <a:ext cx="1929384" cy="0"/>
          </a:xfrm>
          <a:prstGeom prst="line">
            <a:avLst/>
          </a:prstGeom>
          <a:noFill/>
          <a:ln w="19050">
            <a:solidFill>
              <a:srgbClr val="0F8B8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82512" y="2743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2512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r>
              <a:rPr lang="en-US" sz="11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eligible ATMs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82512" y="3584448"/>
            <a:ext cx="2148840" cy="749808"/>
          </a:xfrm>
          <a:prstGeom prst="roundRect">
            <a:avLst>
              <a:gd name="adj" fmla="val 7317"/>
            </a:avLst>
          </a:prstGeom>
          <a:solidFill>
            <a:srgbClr val="EAF6F3"/>
          </a:solidFill>
          <a:ln w="10160">
            <a:solidFill>
              <a:srgbClr val="BCE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28816" y="382219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</a:t>
            </a:r>
            <a:r>
              <a:rPr lang="en-US" sz="13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+ </a:t>
            </a:r>
            <a:r>
              <a:rPr lang="en-US" sz="1300" b="1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71432" y="2057400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71432" y="20756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71432" y="2743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71432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+ send signal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71432" y="3584448"/>
            <a:ext cx="2148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317736" y="382219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+ operations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" y="5074920"/>
            <a:ext cx="10835640" cy="530352"/>
          </a:xfrm>
          <a:prstGeom prst="roundRect">
            <a:avLst>
              <a:gd name="adj" fmla="val 10345"/>
            </a:avLst>
          </a:prstGeom>
          <a:solidFill>
            <a:srgbClr val="E8F2FC"/>
          </a:solidFill>
          <a:ln w="10160">
            <a:solidFill>
              <a:srgbClr val="E8F2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24128" y="524865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8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success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23160" y="51937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</a:t>
            </a:r>
            <a:r>
              <a:rPr lang="en-US" sz="13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</a:t>
            </a:r>
            <a:r>
              <a:rPr lang="en-US" sz="1300" b="1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traceable; missing provider signals remain visibly unavailable</a:t>
            </a:r>
            <a:r>
              <a:rPr lang="en-US" sz="13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</a:t>
            </a:r>
            <a:r>
              <a:rPr lang="en-US" sz="900" b="1" kern="0" spc="16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recommendation exposes its inputs and limits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prototype demonstrates scoring logic; it is not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production ML model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4800600" cy="3566160"/>
          </a:xfrm>
          <a:prstGeom prst="roundRect">
            <a:avLst>
              <a:gd name="adj" fmla="val 1538"/>
            </a:avLst>
          </a:prstGeom>
          <a:solidFill>
            <a:srgbClr val="0B233F"/>
          </a:solidFill>
          <a:ln w="10160">
            <a:solidFill>
              <a:srgbClr val="0B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87552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INPUTS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87552" y="2670048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26883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72768" y="2761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location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2880360"/>
            <a:ext cx="1051560" cy="0"/>
          </a:xfrm>
          <a:prstGeom prst="line">
            <a:avLst/>
          </a:prstGeom>
          <a:noFill/>
          <a:ln w="12700">
            <a:solidFill>
              <a:srgbClr val="315473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87552" y="3255264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7552" y="327355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72768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 amount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3465576"/>
            <a:ext cx="1051560" cy="0"/>
          </a:xfrm>
          <a:prstGeom prst="line">
            <a:avLst/>
          </a:prstGeom>
          <a:noFill/>
          <a:ln w="12700">
            <a:solidFill>
              <a:srgbClr val="315473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87552" y="3840480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7552" y="38587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72768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status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4050792"/>
            <a:ext cx="1051560" cy="0"/>
          </a:xfrm>
          <a:prstGeom prst="line">
            <a:avLst/>
          </a:prstGeom>
          <a:noFill/>
          <a:ln w="12700">
            <a:solidFill>
              <a:srgbClr val="315473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87552" y="4425696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7552" y="444398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72768" y="4517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usage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77640" y="4636008"/>
            <a:ext cx="1051560" cy="0"/>
          </a:xfrm>
          <a:prstGeom prst="line">
            <a:avLst/>
          </a:prstGeom>
          <a:noFill/>
          <a:ln w="12700">
            <a:solidFill>
              <a:srgbClr val="315473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897880" y="1901952"/>
            <a:ext cx="565099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194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</a:t>
            </a:r>
            <a:r>
              <a:rPr lang="en-US" sz="800" b="1" kern="0" spc="12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RESULT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match near you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217920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r>
              <a:rPr lang="en-US" sz="12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ATM  ·  1.8 KM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401568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EAF6F3"/>
          </a:solidFill>
          <a:ln w="10160">
            <a:solidFill>
              <a:srgbClr val="BCE8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0" y="3538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178040" y="354787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00" b="1">
              <a:solidFill>
                <a:srgbClr val="0F8B8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58200" y="3438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match?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58200" y="37307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Nearby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likely sufficient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Healthy terminal signal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800600"/>
            <a:ext cx="4892040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17920" y="4983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45552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availability only when the </a:t>
            </a:r>
            <a:r>
              <a:rPr lang="en-US" sz="10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</a:t>
            </a:r>
            <a:r>
              <a:rPr lang="en-US" sz="10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 valid signal; otherwise show</a:t>
            </a:r>
            <a:r>
              <a:rPr lang="en-US" sz="10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unavailable.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BANKER OPERATIONS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ranked 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 </a:t>
            </a: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turns 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</a:t>
            </a: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signals into an operating queue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demo data below—replace with dated provider feeds before pilot use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0392" y="205740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7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RECORDS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0392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2,450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0392" y="26151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</a:t>
            </a:r>
            <a:r>
              <a:rPr lang="en-US" sz="8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47288" y="18745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11880" y="205740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7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AVAILABLE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98.7%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11880" y="26151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demo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08776" y="18745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73368" y="205740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7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WITHDRAWALS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73368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₹12.4M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373368" y="26151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example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70264" y="1874520"/>
            <a:ext cx="24505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34856" y="205740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7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ATTENTION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34856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9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134856" y="261518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queue · </a:t>
            </a:r>
            <a:r>
              <a:rPr lang="en-US" sz="8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critical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127248"/>
            <a:ext cx="6537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3383280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</a:t>
            </a:r>
            <a:r>
              <a:rPr lang="en-US" sz="800" b="1" kern="0" spc="100" dirty="0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36393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insight: Saturday peaks; replenish before demand rises.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4169664"/>
            <a:ext cx="347472" cy="658368"/>
          </a:xfrm>
          <a:prstGeom prst="rect">
            <a:avLst/>
          </a:prstGeom>
          <a:solidFill>
            <a:srgbClr val="1174C8">
              <a:alpha val="82000"/>
            </a:srgbClr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" y="49377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91640" y="4005072"/>
            <a:ext cx="347472" cy="822960"/>
          </a:xfrm>
          <a:prstGeom prst="rect">
            <a:avLst/>
          </a:prstGeom>
          <a:solidFill>
            <a:srgbClr val="1174C8">
              <a:alpha val="82000"/>
            </a:srgbClr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45920" y="49377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77440" y="4242816"/>
            <a:ext cx="347472" cy="585216"/>
          </a:xfrm>
          <a:prstGeom prst="rect">
            <a:avLst/>
          </a:prstGeom>
          <a:solidFill>
            <a:srgbClr val="1174C8">
              <a:alpha val="82000"/>
            </a:srgbClr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331720" y="49377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63240" y="3767328"/>
            <a:ext cx="347472" cy="1060704"/>
          </a:xfrm>
          <a:prstGeom prst="rect">
            <a:avLst/>
          </a:prstGeom>
          <a:solidFill>
            <a:srgbClr val="1174C8">
              <a:alpha val="82000"/>
            </a:srgbClr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017520" y="49377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49040" y="3931920"/>
            <a:ext cx="347472" cy="896112"/>
          </a:xfrm>
          <a:prstGeom prst="rect">
            <a:avLst/>
          </a:prstGeom>
          <a:solidFill>
            <a:srgbClr val="1174C8">
              <a:alpha val="82000"/>
            </a:srgbClr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03320" y="49377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34840" y="3566160"/>
            <a:ext cx="347472" cy="1261872"/>
          </a:xfrm>
          <a:prstGeom prst="rect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389120" y="49377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60120" y="4846320"/>
            <a:ext cx="4434840" cy="0"/>
          </a:xfrm>
          <a:prstGeom prst="line">
            <a:avLst/>
          </a:prstGeom>
          <a:noFill/>
          <a:ln w="15240">
            <a:solidFill>
              <a:srgbClr val="D8E2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479792" y="3127248"/>
            <a:ext cx="40690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754112" y="3383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HEALTH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 rot="2100000">
            <a:off x="7955280" y="3767328"/>
            <a:ext cx="1234440" cy="1234440"/>
          </a:xfrm>
          <a:prstGeom prst="arc">
            <a:avLst/>
          </a:prstGeom>
          <a:noFill/>
          <a:ln w="152400">
            <a:solidFill>
              <a:srgbClr val="0F8B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 rot="8700000">
            <a:off x="7955280" y="3767328"/>
            <a:ext cx="1234440" cy="1234440"/>
          </a:xfrm>
          <a:prstGeom prst="arc">
            <a:avLst/>
          </a:prstGeom>
          <a:noFill/>
          <a:ln w="1524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 rot="13200000">
            <a:off x="7955280" y="3767328"/>
            <a:ext cx="1234440" cy="1234440"/>
          </a:xfrm>
          <a:prstGeom prst="arc">
            <a:avLst/>
          </a:prstGeom>
          <a:noFill/>
          <a:ln w="152400">
            <a:solidFill>
              <a:srgbClr val="D95D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257032" y="4160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8092440" y="446227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slice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555480" y="38862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 132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55480" y="41879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4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cash  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555480" y="44897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 2</a:t>
            </a:r>
            <a:endParaRPr lang="en-US" sz="10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PRODUCT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isolates risk at three boundaries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experience,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services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and provider access </a:t>
            </a: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evolve independently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063240" cy="109728"/>
          </a:xfrm>
          <a:prstGeom prst="rect">
            <a:avLst/>
          </a:prstGeom>
          <a:solidFill>
            <a:srgbClr val="1174C8"/>
          </a:solidFill>
          <a:ln w="12700">
            <a:solidFill>
              <a:srgbClr val="1174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32688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experience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2688" y="2743200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932688" y="27614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8163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customer intent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" y="3099816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31181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172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validation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" y="3456432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32688" y="34747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529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ATM ranking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" y="3813048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38313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+ route guidance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" y="4169664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32688" y="418795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2428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fallback states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" y="4526280"/>
            <a:ext cx="420624" cy="420624"/>
          </a:xfrm>
          <a:prstGeom prst="ellipse">
            <a:avLst/>
          </a:prstGeom>
          <a:solidFill>
            <a:srgbClr val="1174C8"/>
          </a:solidFill>
          <a:ln w="12700">
            <a:solidFill>
              <a:srgbClr val="117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32688" y="45445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08760" y="4599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interface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0" y="33375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224528" y="182880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224528" y="1828800"/>
            <a:ext cx="3063240" cy="109728"/>
          </a:xfrm>
          <a:prstGeom prst="rect">
            <a:avLst/>
          </a:prstGeom>
          <a:solidFill>
            <a:srgbClr val="0F8B83"/>
          </a:solidFill>
          <a:ln w="12700">
            <a:solidFill>
              <a:srgbClr val="0F8B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471416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services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471416" y="2743200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71416" y="27614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47488" y="28163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71416" y="3099816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71416" y="31181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47488" y="3172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71416" y="3456432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471416" y="34747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47488" y="3529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service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71416" y="3813048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471416" y="38313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47488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Banker </a:t>
            </a: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471416" y="4169664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471416" y="418795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047488" y="42428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471416" y="4526280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471416" y="45445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47488" y="4599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API boundary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379208" y="33375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7763256" y="1828800"/>
            <a:ext cx="3063240" cy="347472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763256" y="1828800"/>
            <a:ext cx="3063240" cy="1097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010144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+ providers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8010144" y="2743200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010144" y="276148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586216" y="28163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credentials isolated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010144" y="3099816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010144" y="31181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586216" y="3172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normalized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010144" y="3456432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010144" y="34747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8586216" y="35295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persistence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8010144" y="3813048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010144" y="383133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586216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history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8010144" y="4169664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010144" y="418795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586216" y="42428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can be swapped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8010144" y="4526280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010144" y="45445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8586216" y="4599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remain server-side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1719072" y="56692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117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boundary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846320" y="56692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</a:t>
            </a:r>
            <a:r>
              <a:rPr lang="en-US" sz="900" b="1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r>
              <a:rPr lang="en-US" sz="900" b="1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boundary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778240" y="56692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B4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boundary</a:t>
            </a:r>
            <a:endParaRPr lang="en-US" sz="9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8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READINESS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needed: approve 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</a:t>
            </a:r>
            <a:r>
              <a:rPr lang="en-US" sz="28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pilot</a:t>
            </a:r>
            <a:r>
              <a:rPr lang="en-US" sz="28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sponsor provider integration and a time-boxed pilot to validate customer utility and operator value</a:t>
            </a:r>
            <a:r>
              <a:rPr lang="en-US" sz="1150" dirty="0">
                <a:solidFill>
                  <a:srgbClr val="60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0749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D8E2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87552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in place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87552" y="2724912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2743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72768" y="281635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customer and banker login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3145536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7552" y="3163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72768" y="3236976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scrypt password hashing and bearer sessions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552" y="3566160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35844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72768" y="3657600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credentials kept server-side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3986784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87552" y="400507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72768" y="407822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location and map fallback behavior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4407408"/>
            <a:ext cx="420624" cy="420624"/>
          </a:xfrm>
          <a:prstGeom prst="ellipse">
            <a:avLst/>
          </a:prstGeom>
          <a:solidFill>
            <a:srgbClr val="0F8B83"/>
          </a:solidFill>
          <a:ln w="12700">
            <a:solidFill>
              <a:srgbClr val="0F8B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7552" y="44256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72768" y="449884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3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recommendation and forecast persistence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53328" y="1874520"/>
            <a:ext cx="5486400" cy="3429000"/>
          </a:xfrm>
          <a:prstGeom prst="roundRect">
            <a:avLst>
              <a:gd name="adj" fmla="val 1600"/>
            </a:avLst>
          </a:prstGeom>
          <a:solidFill>
            <a:srgbClr val="0B233F"/>
          </a:solidFill>
          <a:ln w="10160">
            <a:solidFill>
              <a:srgbClr val="0B23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gates to close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355080" y="27614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27432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access  ·  Bank sponsor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76288" y="3063240"/>
            <a:ext cx="4142232" cy="0"/>
          </a:xfrm>
          <a:prstGeom prst="line">
            <a:avLst/>
          </a:prstGeom>
          <a:noFill/>
          <a:ln w="10160">
            <a:solidFill>
              <a:srgbClr val="31547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55080" y="32369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76288" y="32186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</a:t>
            </a: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n-US" sz="12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 Engineering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76288" y="3538728"/>
            <a:ext cx="4142232" cy="0"/>
          </a:xfrm>
          <a:prstGeom prst="line">
            <a:avLst/>
          </a:prstGeom>
          <a:noFill/>
          <a:ln w="10160">
            <a:solidFill>
              <a:srgbClr val="31547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55080" y="3712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76288" y="36941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+ tests  ·  Engineering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76288" y="4014216"/>
            <a:ext cx="4142232" cy="0"/>
          </a:xfrm>
          <a:prstGeom prst="line">
            <a:avLst/>
          </a:prstGeom>
          <a:noFill/>
          <a:ln w="10160">
            <a:solidFill>
              <a:srgbClr val="31547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55080" y="4187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76288" y="41696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+ privacy  ·  Risk / compliance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76288" y="4489704"/>
            <a:ext cx="4142232" cy="0"/>
          </a:xfrm>
          <a:prstGeom prst="line">
            <a:avLst/>
          </a:prstGeom>
          <a:noFill/>
          <a:ln w="10160">
            <a:solidFill>
              <a:srgbClr val="31547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22960" y="580644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milestone: a provider-backed pilot plan with owners</a:t>
            </a:r>
            <a:r>
              <a:rPr lang="en-US" sz="20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lang="en-US" sz="20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dates</a:t>
            </a:r>
            <a:r>
              <a:rPr lang="en-US" sz="20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and </a:t>
            </a:r>
            <a:r>
              <a:rPr lang="en-US" sz="2000" b="1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measures</a:t>
            </a:r>
            <a:r>
              <a:rPr lang="en-US" sz="2000" b="1" dirty="0">
                <a:solidFill>
                  <a:srgbClr val="0B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9E4F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a76bb1-611b-4eb5-aee5-e312381c32cb}" enabled="0" method="" siteId="{94a76bb1-611b-4eb5-aee5-e312381c32c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735</Words>
  <Application>Microsoft Office PowerPoint</Application>
  <PresentationFormat>Widescreen</PresentationFormat>
  <Paragraphs>209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CashReady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CashReady | Smart cash, stronger banking</dc:title>
  <dc:subject>CashReady ATM cash management platform</dc:subject>
  <dc:creator>CashReady Project</dc:creator>
  <cp:lastModifiedBy>Rishabh  Suyal</cp:lastModifiedBy>
  <cp:revision>1</cp:revision>
  <dcterms:created xsi:type="dcterms:W3CDTF">2026-09-17T09:22:06Z</dcterms:created>
  <dcterms:modified xsi:type="dcterms:W3CDTF">2026-09-17T10:16:53Z</dcterms:modified>
</cp:coreProperties>
</file>